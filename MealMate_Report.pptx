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MealMate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Online Food Ordering &amp; Delivery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i="1">
                <a:solidFill>
                  <a:srgbClr val="2C3E50"/>
                </a:solidFill>
              </a:rPr>
              <a:t>A Django-based web application with Razorpay payment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2C3E50"/>
                </a:solidFill>
              </a:rPr>
              <a:t>Project Presentation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MealMate is an online food ordering and delivery web application.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Built using the Django web framework (Python) with SQLite as the database.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Supports two roles: Admin (manages restaurants &amp; menus) and Customer (browses, orders, pays).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Integrated with the Razorpay payment gateway for secure online payments.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Customers need a simple, centralized platform to browse multiple restaurants and order food.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Restaurants need a manageable way to maintain their menus and prices online.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Manual ordering processes (phone / in-person) are slow and error-prone.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Need for a secure online payment workflow with order confirmation.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Provide user authentication (sign up / sign in) for customers and admins.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Enable admins to add, update, and delete restaurants and menu items.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Allow customers to browse restaurants, view menus, and add items to a cart.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Facilitate secure checkout via Razorpay and display an order confirmation.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Backend: Python 3, Django 5.1.14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Frontend: HTML5, CSS3, Django Template Language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Database: SQLite (default Django DB)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Payment Gateway: Razorpay (razorpay 2.0.1 SDK)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Other Tools: Django Admin, Django ORM, Django URL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Client (Browser) &lt;-&gt; Django Views &lt;-&gt; Django ORM &lt;-&gt; SQLite Database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Templates render dynamic HTML pages using context data.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Razorpay client created in checkout view to generate an order ID.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Frontend payment widget collects payment, then redirects to orders page.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MVC-style separation: Models (data), Views (logic), Templates (presentation).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Authentication: signup, signin, role-based redirection (admin vs. customer).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Restaurant Management (Admin): add / update / delete restaurants.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Menu Management (Admin): add menu items linked to a restaurant.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Customer Browsing: view restaurant list and per-restaurant menu.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Cart: add items to cart, view cart, compute total price.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Checkout &amp; Payment: Razorpay order creation &amp; confirmation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Database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Customer: username, password, email, mobile, address.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Restaurant: name, picture (URL), cuisine, rating.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Item: restaurant (FK), name, description, price, vegetarian flag, picture.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Cart: customer (FK), items (M2M to Item), total_price() helper.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Relationships: Restaurant 1&lt;-&gt;N Item ; Customer 1&lt;-&gt;1 Cart ; Cart N&lt;-&gt;N Item.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Two-tier login flow: 'admin' user routes to admin dashboard, others to customer home.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Restaurant catalog with images, cuisine type, and rating.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Per-restaurant menu with vegetarian / non-vegetarian flag.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Add-to-cart, cart total computation, and clear-cart-on-order behavior.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Razorpay-powered online payments in INR (test mode keys configured).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URL Routing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                       Landing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/open_signin, /signin   Authentication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/open_signup, /signup   Customer registration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/open_add_restaurant    Admin: add restaurant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/view_menu/&lt;id&gt;/&lt;user&gt;  Customer: view a restaurant's menu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/show_cart/&lt;user&gt;       Customer: cart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/checkout/&lt;user&gt;/       Razorpay checkout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/orders/&lt;user&gt;/         Order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Workflow - 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1. Sign up / Sign in.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2. View list of restaurants on the home page.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3. Open a restaurant's menu and add items to cart.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4. Open cart, review items and total price.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5. Proceed to checkout (Razorpay payment).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6. On success, view orders confirmation; cart is cleared.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Workflow - 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1. Sign in as 'admin'.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2. Add a new restaurant (name, picture URL, cuisine, rating).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3. View all restaurants and update or delete any of them.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4. Update menu of a restaurant by adding new items.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5. Items are linked to their parent restaurant via a foreign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Centralized platform for multiple restaurants and customers.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Quick and convenient food ordering experience.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Secure online payment via a trusted gateway (Razorpay).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Simple admin interface to keep restaurant data up to date.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Easy to extend (new fields, new modules) thanks to Django's 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Passwords are stored as plain text (CharField) - not production safe.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No real authentication / session management built on Django auth.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No order history persistence (cart is cleared on confirmation).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No delivery tracking, ratings, or reviews from customers yet.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Static media only via image URLs - no file uploads.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Use Django's built-in auth system with hashed passwords.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Persist orders in a dedicated Order / OrderItem model with status tracking.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Add delivery agent module and live order tracking.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Allow customers to rate and review restaurants and items.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Mobile-responsive UI and a REST API for a future mobile app.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Deploy to a cloud platform (PythonAnywhere / Render / AWS).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46304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MealMate demonstrates a complete food-ordering workflow on Django.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Covers user roles, CRUD operations, cart management, and online payments.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Provides a solid foundation for scaling into a production-grade system.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•  Showcases practical use of Django ORM, templates, and third-party integrations.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3E50"/>
                </a:solidFill>
              </a:rPr>
              <a:t>MealMate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